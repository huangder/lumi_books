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7199313" cy="719931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7" userDrawn="1">
          <p15:clr>
            <a:srgbClr val="A4A3A4"/>
          </p15:clr>
        </p15:guide>
        <p15:guide id="2" pos="22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CCF0"/>
    <a:srgbClr val="EAB8B4"/>
    <a:srgbClr val="852B25"/>
    <a:srgbClr val="FFFFFF"/>
    <a:srgbClr val="8A2D26"/>
    <a:srgbClr val="B83C32"/>
    <a:srgbClr val="5C1E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2112" y="744"/>
      </p:cViewPr>
      <p:guideLst>
        <p:guide orient="horz" pos="2267"/>
        <p:guide pos="22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C3BEFD-7F39-7555-1D18-3C5715FAF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9914" y="1178222"/>
            <a:ext cx="5399485" cy="2506427"/>
          </a:xfrm>
        </p:spPr>
        <p:txBody>
          <a:bodyPr anchor="b"/>
          <a:lstStyle>
            <a:lvl1pPr algn="ctr">
              <a:defRPr sz="629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16870E-0E5D-C5E5-1964-C88B84034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2520"/>
            </a:lvl1pPr>
            <a:lvl2pPr marL="479969" indent="0" algn="ctr">
              <a:buNone/>
              <a:defRPr sz="2100"/>
            </a:lvl2pPr>
            <a:lvl3pPr marL="959937" indent="0" algn="ctr">
              <a:buNone/>
              <a:defRPr sz="1890"/>
            </a:lvl3pPr>
            <a:lvl4pPr marL="1439906" indent="0" algn="ctr">
              <a:buNone/>
              <a:defRPr sz="1680"/>
            </a:lvl4pPr>
            <a:lvl5pPr marL="1919874" indent="0" algn="ctr">
              <a:buNone/>
              <a:defRPr sz="1680"/>
            </a:lvl5pPr>
            <a:lvl6pPr marL="2399843" indent="0" algn="ctr">
              <a:buNone/>
              <a:defRPr sz="1680"/>
            </a:lvl6pPr>
            <a:lvl7pPr marL="2879811" indent="0" algn="ctr">
              <a:buNone/>
              <a:defRPr sz="1680"/>
            </a:lvl7pPr>
            <a:lvl8pPr marL="3359780" indent="0" algn="ctr">
              <a:buNone/>
              <a:defRPr sz="1680"/>
            </a:lvl8pPr>
            <a:lvl9pPr marL="3839748" indent="0" algn="ctr">
              <a:buNone/>
              <a:defRPr sz="168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C85C9D-CA7D-6200-2D65-64DF42FC3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8842-CB81-44F4-8224-0E5F7E8CD27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8C3B9D-3089-1590-9331-663BAA44C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028994-D3BA-D7F6-63C8-A7765DC65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E04A-0B71-4F48-9B83-CA6832297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5827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6DAC7-5670-B857-D1EE-B15EE187F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2B2A49-6DF9-8F4E-3E86-A680E52CB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557231-6AEC-FB4B-3620-CC0092AE0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8842-CB81-44F4-8224-0E5F7E8CD27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649B1E-14A0-2D28-7688-F87639FF5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29E06B-90B9-02DE-4155-D95F85BB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E04A-0B71-4F48-9B83-CA6832297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1988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5B8B90-8A5F-F103-DC8F-D78386BF2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203" y="1794830"/>
            <a:ext cx="6209407" cy="2994714"/>
          </a:xfrm>
        </p:spPr>
        <p:txBody>
          <a:bodyPr anchor="b"/>
          <a:lstStyle>
            <a:lvl1pPr>
              <a:defRPr sz="629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864D2F-A5C5-915F-3C46-C826605AA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1203" y="4817875"/>
            <a:ext cx="6209407" cy="15748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1pPr>
            <a:lvl2pPr marL="479969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59937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39906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19874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399843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79811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597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39748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7B6213-ED0C-241F-6EDF-A740DFD38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8842-CB81-44F4-8224-0E5F7E8CD27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C68A8D-34A8-03B6-46B2-E7FB487D8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92E97A-EBE2-9AF5-5328-98428E15E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E04A-0B71-4F48-9B83-CA6832297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885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F0E489-AB40-5388-CCC9-C5C6AA07B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ECBBF2-06E3-7628-4D70-01DFD1E7FF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D777BCA-E2E0-B753-F293-2A90770AC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A48357-DE3D-5475-8EA3-DFA621B63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8842-CB81-44F4-8224-0E5F7E8CD27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2B012A-2784-2743-A722-3C15B7B85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6295CE-0DBC-D250-B593-4B3583544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E04A-0B71-4F48-9B83-CA6832297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433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3D3CE-D2A6-F600-A33E-F241596CA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91" y="383297"/>
            <a:ext cx="6209407" cy="139153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61FA58-49CC-782F-31E3-B73A27372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7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AA183C-806E-AF87-EAFE-6800337BE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7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5464C12-57FA-3004-0C84-38488E537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79969" indent="0">
              <a:buNone/>
              <a:defRPr sz="2100" b="1"/>
            </a:lvl2pPr>
            <a:lvl3pPr marL="959937" indent="0">
              <a:buNone/>
              <a:defRPr sz="1890" b="1"/>
            </a:lvl3pPr>
            <a:lvl4pPr marL="1439906" indent="0">
              <a:buNone/>
              <a:defRPr sz="1680" b="1"/>
            </a:lvl4pPr>
            <a:lvl5pPr marL="1919874" indent="0">
              <a:buNone/>
              <a:defRPr sz="1680" b="1"/>
            </a:lvl5pPr>
            <a:lvl6pPr marL="2399843" indent="0">
              <a:buNone/>
              <a:defRPr sz="1680" b="1"/>
            </a:lvl6pPr>
            <a:lvl7pPr marL="2879811" indent="0">
              <a:buNone/>
              <a:defRPr sz="1680" b="1"/>
            </a:lvl7pPr>
            <a:lvl8pPr marL="3359780" indent="0">
              <a:buNone/>
              <a:defRPr sz="1680" b="1"/>
            </a:lvl8pPr>
            <a:lvl9pPr marL="3839748" indent="0">
              <a:buNone/>
              <a:defRPr sz="16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07AD5BA-042B-6A8B-C693-D1816F9F57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17C645B-1135-E15E-88C1-5EE03184B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8842-CB81-44F4-8224-0E5F7E8CD27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DAFA8B-1CFF-3DDB-16CD-5F19BD183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63AE90-517E-9CFC-CD7D-821A0FEB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E04A-0B71-4F48-9B83-CA6832297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929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1B1A19-227C-5DAB-A0EB-E512D81D9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0856EE-F6ED-492D-B274-3E52C6E32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8842-CB81-44F4-8224-0E5F7E8CD27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CE1C40-3471-3D55-0EC4-4DBC3750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D04E3E-653D-0D2C-FC51-8F6A62D5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E04A-0B71-4F48-9B83-CA6832297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96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F7FEA7-477D-AE93-55A7-8A0C4919D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8842-CB81-44F4-8224-0E5F7E8CD27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7C4EC71-E409-19FF-5095-AEEF6D57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23FAF2-19CD-4269-7F83-C4EA86C0C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E04A-0B71-4F48-9B83-CA6832297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551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B9D9F-A18B-1338-F74F-2B4C0CE2A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91" y="479954"/>
            <a:ext cx="2321966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3E8230-2952-D4AD-02A5-09E6DD93B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0646" y="1036569"/>
            <a:ext cx="3644652" cy="5116178"/>
          </a:xfrm>
        </p:spPr>
        <p:txBody>
          <a:bodyPr/>
          <a:lstStyle>
            <a:lvl1pPr>
              <a:defRPr sz="3359"/>
            </a:lvl1pPr>
            <a:lvl2pPr>
              <a:defRPr sz="2939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ECFD1D-F1E5-AC35-ACAC-7EB02C3EE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5891" y="2159794"/>
            <a:ext cx="2321966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F3A08B-7706-83AD-2624-845A8AC19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8842-CB81-44F4-8224-0E5F7E8CD27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C2F1B6-C1B0-AF30-5590-B51EB1AAB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0C0B57-BA6B-7CA5-43BD-E7D73BFD2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E04A-0B71-4F48-9B83-CA6832297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7562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E6C85-0FA9-4E8C-0E6A-CC2DF5564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891" y="479954"/>
            <a:ext cx="2321966" cy="1679840"/>
          </a:xfrm>
        </p:spPr>
        <p:txBody>
          <a:bodyPr anchor="b"/>
          <a:lstStyle>
            <a:lvl1pPr>
              <a:defRPr sz="3359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4E66226-201F-5DE1-71D2-5602C6B73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60646" y="1036569"/>
            <a:ext cx="3644652" cy="5116178"/>
          </a:xfrm>
        </p:spPr>
        <p:txBody>
          <a:bodyPr/>
          <a:lstStyle>
            <a:lvl1pPr marL="0" indent="0">
              <a:buNone/>
              <a:defRPr sz="3359"/>
            </a:lvl1pPr>
            <a:lvl2pPr marL="479969" indent="0">
              <a:buNone/>
              <a:defRPr sz="2939"/>
            </a:lvl2pPr>
            <a:lvl3pPr marL="959937" indent="0">
              <a:buNone/>
              <a:defRPr sz="2520"/>
            </a:lvl3pPr>
            <a:lvl4pPr marL="1439906" indent="0">
              <a:buNone/>
              <a:defRPr sz="2100"/>
            </a:lvl4pPr>
            <a:lvl5pPr marL="1919874" indent="0">
              <a:buNone/>
              <a:defRPr sz="2100"/>
            </a:lvl5pPr>
            <a:lvl6pPr marL="2399843" indent="0">
              <a:buNone/>
              <a:defRPr sz="2100"/>
            </a:lvl6pPr>
            <a:lvl7pPr marL="2879811" indent="0">
              <a:buNone/>
              <a:defRPr sz="2100"/>
            </a:lvl7pPr>
            <a:lvl8pPr marL="3359780" indent="0">
              <a:buNone/>
              <a:defRPr sz="2100"/>
            </a:lvl8pPr>
            <a:lvl9pPr marL="3839748" indent="0">
              <a:buNone/>
              <a:defRPr sz="21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1DE25A-A5B5-44D8-A280-93F2B65A1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5891" y="2159794"/>
            <a:ext cx="2321966" cy="4001285"/>
          </a:xfrm>
        </p:spPr>
        <p:txBody>
          <a:bodyPr/>
          <a:lstStyle>
            <a:lvl1pPr marL="0" indent="0">
              <a:buNone/>
              <a:defRPr sz="1680"/>
            </a:lvl1pPr>
            <a:lvl2pPr marL="479969" indent="0">
              <a:buNone/>
              <a:defRPr sz="1470"/>
            </a:lvl2pPr>
            <a:lvl3pPr marL="959937" indent="0">
              <a:buNone/>
              <a:defRPr sz="1260"/>
            </a:lvl3pPr>
            <a:lvl4pPr marL="1439906" indent="0">
              <a:buNone/>
              <a:defRPr sz="1050"/>
            </a:lvl4pPr>
            <a:lvl5pPr marL="1919874" indent="0">
              <a:buNone/>
              <a:defRPr sz="1050"/>
            </a:lvl5pPr>
            <a:lvl6pPr marL="2399843" indent="0">
              <a:buNone/>
              <a:defRPr sz="1050"/>
            </a:lvl6pPr>
            <a:lvl7pPr marL="2879811" indent="0">
              <a:buNone/>
              <a:defRPr sz="1050"/>
            </a:lvl7pPr>
            <a:lvl8pPr marL="3359780" indent="0">
              <a:buNone/>
              <a:defRPr sz="1050"/>
            </a:lvl8pPr>
            <a:lvl9pPr marL="3839748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97375A-520F-CBFF-1482-B3C6FA36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8842-CB81-44F4-8224-0E5F7E8CD27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E642E2-9E27-F63D-CE14-ED0B2377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DA8A24-2317-D81B-5076-897091CE2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E04A-0B71-4F48-9B83-CA6832297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696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CFA831-7E60-39A7-5068-1AFE259E7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B829EC-97C1-0271-27FF-3C40A1AAE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930FDF-9274-81F0-DDB4-35BE77618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8842-CB81-44F4-8224-0E5F7E8CD27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0CB87F-265C-D4E6-107F-206CA6593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A4EC49-CE94-CE85-E7FD-EBF80FC0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E04A-0B71-4F48-9B83-CA6832297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331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1D4638-3646-AC3E-90D4-9404F015F0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152008" y="383297"/>
            <a:ext cx="1552352" cy="610108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BED9E2-A005-480B-3504-06E4E5F87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C07B38-A8EE-2160-B66F-1D04E32B7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58842-CB81-44F4-8224-0E5F7E8CD27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E523C6-FA88-B76C-3C50-BE963BBD1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67AA45-C392-289B-2370-A687F2B75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0E04A-0B71-4F48-9B83-CA6832297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45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FA41E14-947C-20BB-978A-E8A998B6A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53" y="383297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9B6DF8-7E6C-E524-199D-20BED08CB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8E99D2-D379-E557-EEDE-BB545DFA1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4953" y="6672697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58842-CB81-44F4-8224-0E5F7E8CD276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05D726-20E3-1854-FF74-CA4A3A65E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84773" y="6672697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EE265C-3B64-953B-B1D9-05F46FEB9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084515" y="6672697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0E04A-0B71-4F48-9B83-CA68322974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064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59937" rtl="0" eaLnBrk="1" latinLnBrk="0" hangingPunct="1">
        <a:lnSpc>
          <a:spcPct val="90000"/>
        </a:lnSpc>
        <a:spcBef>
          <a:spcPct val="0"/>
        </a:spcBef>
        <a:buNone/>
        <a:defRPr sz="461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9984" indent="-239984" algn="l" defTabSz="95993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39" kern="1200">
          <a:solidFill>
            <a:schemeClr val="tx1"/>
          </a:solidFill>
          <a:latin typeface="+mn-lt"/>
          <a:ea typeface="+mn-ea"/>
          <a:cs typeface="+mn-cs"/>
        </a:defRPr>
      </a:lvl1pPr>
      <a:lvl2pPr marL="71995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199921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79890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59859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39827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19796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599764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79733" indent="-239984" algn="l" defTabSz="959937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79969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59937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39906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19874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99843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79811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59780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39748" algn="l" defTabSz="959937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C1E19"/>
            </a:gs>
            <a:gs pos="100000">
              <a:srgbClr val="8A2D26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3A04E041-5281-19AE-C989-EAB227153370}"/>
              </a:ext>
            </a:extLst>
          </p:cNvPr>
          <p:cNvSpPr/>
          <p:nvPr/>
        </p:nvSpPr>
        <p:spPr>
          <a:xfrm>
            <a:off x="995095" y="5529710"/>
            <a:ext cx="1735" cy="3017"/>
          </a:xfrm>
          <a:custGeom>
            <a:avLst/>
            <a:gdLst>
              <a:gd name="csX0" fmla="*/ 1735 w 1735"/>
              <a:gd name="csY0" fmla="*/ 0 h 3017"/>
              <a:gd name="csX1" fmla="*/ 585 w 1735"/>
              <a:gd name="csY1" fmla="*/ 2775 h 3017"/>
              <a:gd name="csX2" fmla="*/ 0 w 1735"/>
              <a:gd name="csY2" fmla="*/ 3017 h 3017"/>
              <a:gd name="csX3" fmla="*/ 1735 w 1735"/>
              <a:gd name="csY3" fmla="*/ 0 h 30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35" h="3017">
                <a:moveTo>
                  <a:pt x="1735" y="0"/>
                </a:moveTo>
                <a:lnTo>
                  <a:pt x="585" y="2775"/>
                </a:lnTo>
                <a:lnTo>
                  <a:pt x="0" y="3017"/>
                </a:lnTo>
                <a:lnTo>
                  <a:pt x="173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29EF761-D33D-83A4-72F9-279C8CFEACCA}"/>
              </a:ext>
            </a:extLst>
          </p:cNvPr>
          <p:cNvSpPr/>
          <p:nvPr/>
        </p:nvSpPr>
        <p:spPr>
          <a:xfrm>
            <a:off x="3263936" y="5531701"/>
            <a:ext cx="523" cy="866"/>
          </a:xfrm>
          <a:custGeom>
            <a:avLst/>
            <a:gdLst>
              <a:gd name="csX0" fmla="*/ 0 w 523"/>
              <a:gd name="csY0" fmla="*/ 0 h 866"/>
              <a:gd name="csX1" fmla="*/ 523 w 523"/>
              <a:gd name="csY1" fmla="*/ 866 h 866"/>
              <a:gd name="csX2" fmla="*/ 325 w 523"/>
              <a:gd name="csY2" fmla="*/ 784 h 866"/>
              <a:gd name="csX3" fmla="*/ 0 w 523"/>
              <a:gd name="csY3" fmla="*/ 0 h 8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23" h="866">
                <a:moveTo>
                  <a:pt x="0" y="0"/>
                </a:moveTo>
                <a:lnTo>
                  <a:pt x="523" y="866"/>
                </a:lnTo>
                <a:lnTo>
                  <a:pt x="325" y="78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0C28FE-4BDC-8633-CED5-F60BB8A40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6" t="18676" r="18676" b="18676"/>
          <a:stretch>
            <a:fillRect/>
          </a:stretch>
        </p:blipFill>
        <p:spPr>
          <a:xfrm>
            <a:off x="631370" y="631371"/>
            <a:ext cx="5936574" cy="593657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3D0A522-61CA-0674-B1DE-4550286A091C}"/>
              </a:ext>
            </a:extLst>
          </p:cNvPr>
          <p:cNvSpPr txBox="1"/>
          <p:nvPr/>
        </p:nvSpPr>
        <p:spPr>
          <a:xfrm>
            <a:off x="1271197" y="1232929"/>
            <a:ext cx="4653744" cy="4622992"/>
          </a:xfrm>
          <a:custGeom>
            <a:avLst/>
            <a:gdLst/>
            <a:ahLst/>
            <a:cxnLst/>
            <a:rect l="l" t="t" r="r" b="b"/>
            <a:pathLst>
              <a:path w="4653744" h="4622992">
                <a:moveTo>
                  <a:pt x="2301245" y="0"/>
                </a:moveTo>
                <a:cubicBezTo>
                  <a:pt x="2379833" y="0"/>
                  <a:pt x="2437065" y="23063"/>
                  <a:pt x="2472942" y="69191"/>
                </a:cubicBezTo>
                <a:cubicBezTo>
                  <a:pt x="2508819" y="115318"/>
                  <a:pt x="2526757" y="187926"/>
                  <a:pt x="2526757" y="287015"/>
                </a:cubicBezTo>
                <a:lnTo>
                  <a:pt x="2526757" y="779040"/>
                </a:lnTo>
                <a:lnTo>
                  <a:pt x="4330852" y="779040"/>
                </a:lnTo>
                <a:cubicBezTo>
                  <a:pt x="4505111" y="779040"/>
                  <a:pt x="4592241" y="849086"/>
                  <a:pt x="4592241" y="989176"/>
                </a:cubicBezTo>
                <a:cubicBezTo>
                  <a:pt x="4592241" y="1125850"/>
                  <a:pt x="4505111" y="1194187"/>
                  <a:pt x="4330852" y="1194187"/>
                </a:cubicBezTo>
                <a:lnTo>
                  <a:pt x="3679943" y="1194187"/>
                </a:lnTo>
                <a:cubicBezTo>
                  <a:pt x="3488599" y="2106485"/>
                  <a:pt x="3145206" y="2825731"/>
                  <a:pt x="2649763" y="3351925"/>
                </a:cubicBezTo>
                <a:lnTo>
                  <a:pt x="2649763" y="3362176"/>
                </a:lnTo>
                <a:cubicBezTo>
                  <a:pt x="3124705" y="3707277"/>
                  <a:pt x="3698735" y="3953290"/>
                  <a:pt x="4371854" y="4100214"/>
                </a:cubicBezTo>
                <a:cubicBezTo>
                  <a:pt x="4559780" y="4141217"/>
                  <a:pt x="4653744" y="4223221"/>
                  <a:pt x="4653744" y="4346227"/>
                </a:cubicBezTo>
                <a:cubicBezTo>
                  <a:pt x="4653744" y="4517070"/>
                  <a:pt x="4578573" y="4602491"/>
                  <a:pt x="4428232" y="4602491"/>
                </a:cubicBezTo>
                <a:cubicBezTo>
                  <a:pt x="4404314" y="4602491"/>
                  <a:pt x="4371854" y="4597365"/>
                  <a:pt x="4330852" y="4587115"/>
                </a:cubicBezTo>
                <a:cubicBezTo>
                  <a:pt x="4289850" y="4576864"/>
                  <a:pt x="4259098" y="4568322"/>
                  <a:pt x="4238597" y="4561489"/>
                </a:cubicBezTo>
                <a:cubicBezTo>
                  <a:pt x="3459556" y="4349644"/>
                  <a:pt x="2824023" y="4048962"/>
                  <a:pt x="2331997" y="3659441"/>
                </a:cubicBezTo>
                <a:lnTo>
                  <a:pt x="2321746" y="3659441"/>
                </a:lnTo>
                <a:cubicBezTo>
                  <a:pt x="2021064" y="3922539"/>
                  <a:pt x="1650336" y="4149759"/>
                  <a:pt x="1209563" y="4341102"/>
                </a:cubicBezTo>
                <a:cubicBezTo>
                  <a:pt x="779041" y="4529029"/>
                  <a:pt x="449315" y="4622992"/>
                  <a:pt x="220386" y="4622992"/>
                </a:cubicBezTo>
                <a:cubicBezTo>
                  <a:pt x="73462" y="4622992"/>
                  <a:pt x="0" y="4542696"/>
                  <a:pt x="0" y="4382104"/>
                </a:cubicBezTo>
                <a:cubicBezTo>
                  <a:pt x="0" y="4324018"/>
                  <a:pt x="24772" y="4275328"/>
                  <a:pt x="74316" y="4236034"/>
                </a:cubicBezTo>
                <a:cubicBezTo>
                  <a:pt x="123860" y="4196740"/>
                  <a:pt x="201594" y="4165135"/>
                  <a:pt x="307516" y="4141217"/>
                </a:cubicBezTo>
                <a:cubicBezTo>
                  <a:pt x="977218" y="4001126"/>
                  <a:pt x="1542706" y="3753405"/>
                  <a:pt x="2003980" y="3398053"/>
                </a:cubicBezTo>
                <a:lnTo>
                  <a:pt x="2003980" y="3387802"/>
                </a:lnTo>
                <a:cubicBezTo>
                  <a:pt x="1665712" y="3073452"/>
                  <a:pt x="1409449" y="2728351"/>
                  <a:pt x="1235190" y="2352498"/>
                </a:cubicBezTo>
                <a:cubicBezTo>
                  <a:pt x="1057513" y="1966394"/>
                  <a:pt x="968676" y="1715256"/>
                  <a:pt x="968676" y="1599083"/>
                </a:cubicBezTo>
                <a:cubicBezTo>
                  <a:pt x="968676" y="1479494"/>
                  <a:pt x="1042138" y="1419699"/>
                  <a:pt x="1189062" y="1419699"/>
                </a:cubicBezTo>
                <a:cubicBezTo>
                  <a:pt x="1243732" y="1419699"/>
                  <a:pt x="1291568" y="1437637"/>
                  <a:pt x="1332569" y="1473514"/>
                </a:cubicBezTo>
                <a:cubicBezTo>
                  <a:pt x="1373572" y="1509391"/>
                  <a:pt x="1404323" y="1561498"/>
                  <a:pt x="1424824" y="1629835"/>
                </a:cubicBezTo>
                <a:cubicBezTo>
                  <a:pt x="1595667" y="2200448"/>
                  <a:pt x="1894641" y="2692474"/>
                  <a:pt x="2321746" y="3105912"/>
                </a:cubicBezTo>
                <a:lnTo>
                  <a:pt x="2331997" y="3105912"/>
                </a:lnTo>
                <a:cubicBezTo>
                  <a:pt x="2793271" y="2610470"/>
                  <a:pt x="3085411" y="1973228"/>
                  <a:pt x="3208418" y="1194187"/>
                </a:cubicBezTo>
                <a:lnTo>
                  <a:pt x="322892" y="1194187"/>
                </a:lnTo>
                <a:cubicBezTo>
                  <a:pt x="145216" y="1194187"/>
                  <a:pt x="56378" y="1125850"/>
                  <a:pt x="56378" y="989176"/>
                </a:cubicBezTo>
                <a:cubicBezTo>
                  <a:pt x="56378" y="849086"/>
                  <a:pt x="145216" y="779040"/>
                  <a:pt x="322892" y="779040"/>
                </a:cubicBezTo>
                <a:lnTo>
                  <a:pt x="2075733" y="779040"/>
                </a:lnTo>
                <a:lnTo>
                  <a:pt x="2075733" y="287015"/>
                </a:lnTo>
                <a:cubicBezTo>
                  <a:pt x="2075733" y="95671"/>
                  <a:pt x="2150904" y="0"/>
                  <a:pt x="2301245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/>
              </a:gs>
              <a:gs pos="100000">
                <a:srgbClr val="EAB8B4"/>
              </a:gs>
            </a:gsLst>
            <a:lin ang="2700000" scaled="1"/>
            <a:tileRect/>
          </a:gra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1300" dirty="0">
              <a:solidFill>
                <a:schemeClr val="bg1"/>
              </a:solidFill>
              <a:latin typeface="jf-openhuninn-2.1" panose="020B0500000000000000" pitchFamily="34" charset="-120"/>
              <a:ea typeface="jf-openhuninn-2.1" panose="020B0500000000000000" pitchFamily="34" charset="-12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B02ABB2B-83A7-22BB-FA24-FBB54BEAF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44" t="62757" r="37992" b="32042"/>
          <a:stretch>
            <a:fillRect/>
          </a:stretch>
        </p:blipFill>
        <p:spPr>
          <a:xfrm>
            <a:off x="3829314" y="4808567"/>
            <a:ext cx="906283" cy="492810"/>
          </a:xfrm>
          <a:custGeom>
            <a:avLst/>
            <a:gdLst>
              <a:gd name="csX0" fmla="*/ 355804 w 906283"/>
              <a:gd name="csY0" fmla="*/ 471909 h 492810"/>
              <a:gd name="csX1" fmla="*/ 363592 w 906283"/>
              <a:gd name="csY1" fmla="*/ 475903 h 492810"/>
              <a:gd name="csX2" fmla="*/ 345478 w 906283"/>
              <a:gd name="csY2" fmla="*/ 477596 h 492810"/>
              <a:gd name="csX3" fmla="*/ 464096 w 906283"/>
              <a:gd name="csY3" fmla="*/ 368 h 492810"/>
              <a:gd name="csX4" fmla="*/ 506467 w 906283"/>
              <a:gd name="csY4" fmla="*/ 39658 h 492810"/>
              <a:gd name="csX5" fmla="*/ 729352 w 906283"/>
              <a:gd name="csY5" fmla="*/ 159673 h 492810"/>
              <a:gd name="csX6" fmla="*/ 775072 w 906283"/>
              <a:gd name="csY6" fmla="*/ 186343 h 492810"/>
              <a:gd name="csX7" fmla="*/ 889372 w 906283"/>
              <a:gd name="csY7" fmla="*/ 228253 h 492810"/>
              <a:gd name="csX8" fmla="*/ 369307 w 906283"/>
              <a:gd name="csY8" fmla="*/ 464473 h 492810"/>
              <a:gd name="csX9" fmla="*/ 355804 w 906283"/>
              <a:gd name="csY9" fmla="*/ 471909 h 492810"/>
              <a:gd name="csX10" fmla="*/ 345312 w 906283"/>
              <a:gd name="csY10" fmla="*/ 466529 h 492810"/>
              <a:gd name="csX11" fmla="*/ 138802 w 906283"/>
              <a:gd name="csY11" fmla="*/ 350173 h 492810"/>
              <a:gd name="csX12" fmla="*/ 11167 w 906283"/>
              <a:gd name="csY12" fmla="*/ 256828 h 492810"/>
              <a:gd name="csX13" fmla="*/ 424552 w 906283"/>
              <a:gd name="csY13" fmla="*/ 14893 h 492810"/>
              <a:gd name="csX14" fmla="*/ 464096 w 906283"/>
              <a:gd name="csY14" fmla="*/ 368 h 4928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906283" h="492810">
                <a:moveTo>
                  <a:pt x="355804" y="471909"/>
                </a:moveTo>
                <a:lnTo>
                  <a:pt x="363592" y="475903"/>
                </a:lnTo>
                <a:cubicBezTo>
                  <a:pt x="397207" y="492572"/>
                  <a:pt x="309280" y="502921"/>
                  <a:pt x="345478" y="477596"/>
                </a:cubicBezTo>
                <a:close/>
                <a:moveTo>
                  <a:pt x="464096" y="368"/>
                </a:moveTo>
                <a:cubicBezTo>
                  <a:pt x="486524" y="-3323"/>
                  <a:pt x="468367" y="21561"/>
                  <a:pt x="506467" y="39658"/>
                </a:cubicBezTo>
                <a:cubicBezTo>
                  <a:pt x="557267" y="63788"/>
                  <a:pt x="684585" y="135226"/>
                  <a:pt x="729352" y="159673"/>
                </a:cubicBezTo>
                <a:cubicBezTo>
                  <a:pt x="729352" y="159673"/>
                  <a:pt x="748402" y="174913"/>
                  <a:pt x="775072" y="186343"/>
                </a:cubicBezTo>
                <a:cubicBezTo>
                  <a:pt x="801742" y="197773"/>
                  <a:pt x="956999" y="181898"/>
                  <a:pt x="889372" y="228253"/>
                </a:cubicBezTo>
                <a:cubicBezTo>
                  <a:pt x="821745" y="274608"/>
                  <a:pt x="456937" y="423198"/>
                  <a:pt x="369307" y="464473"/>
                </a:cubicBezTo>
                <a:lnTo>
                  <a:pt x="355804" y="471909"/>
                </a:lnTo>
                <a:lnTo>
                  <a:pt x="345312" y="466529"/>
                </a:lnTo>
                <a:cubicBezTo>
                  <a:pt x="294343" y="439837"/>
                  <a:pt x="190197" y="382121"/>
                  <a:pt x="138802" y="350173"/>
                </a:cubicBezTo>
                <a:cubicBezTo>
                  <a:pt x="80065" y="313661"/>
                  <a:pt x="-36458" y="312708"/>
                  <a:pt x="11167" y="256828"/>
                </a:cubicBezTo>
                <a:cubicBezTo>
                  <a:pt x="58792" y="200948"/>
                  <a:pt x="344225" y="50453"/>
                  <a:pt x="424552" y="14893"/>
                </a:cubicBezTo>
                <a:cubicBezTo>
                  <a:pt x="444634" y="6003"/>
                  <a:pt x="456620" y="1598"/>
                  <a:pt x="464096" y="368"/>
                </a:cubicBezTo>
                <a:close/>
              </a:path>
            </a:pathLst>
          </a:cu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CB20C18-ED18-F395-0548-9DBF4995C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08" t="28938" r="69836" b="58885"/>
          <a:stretch>
            <a:fillRect/>
          </a:stretch>
        </p:blipFill>
        <p:spPr>
          <a:xfrm>
            <a:off x="1582057" y="1603830"/>
            <a:ext cx="137886" cy="1153885"/>
          </a:xfrm>
          <a:custGeom>
            <a:avLst/>
            <a:gdLst>
              <a:gd name="csX0" fmla="*/ 0 w 137886"/>
              <a:gd name="csY0" fmla="*/ 0 h 1153885"/>
              <a:gd name="csX1" fmla="*/ 137886 w 137886"/>
              <a:gd name="csY1" fmla="*/ 0 h 1153885"/>
              <a:gd name="csX2" fmla="*/ 137886 w 137886"/>
              <a:gd name="csY2" fmla="*/ 1153885 h 1153885"/>
              <a:gd name="csX3" fmla="*/ 0 w 137886"/>
              <a:gd name="csY3" fmla="*/ 1153885 h 11538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37886" h="1153885">
                <a:moveTo>
                  <a:pt x="0" y="0"/>
                </a:moveTo>
                <a:lnTo>
                  <a:pt x="137886" y="0"/>
                </a:lnTo>
                <a:lnTo>
                  <a:pt x="137886" y="1153885"/>
                </a:lnTo>
                <a:lnTo>
                  <a:pt x="0" y="1153885"/>
                </a:lnTo>
                <a:close/>
              </a:path>
            </a:pathLst>
          </a:cu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770ED91-B387-B779-6D43-471A32449551}"/>
              </a:ext>
            </a:extLst>
          </p:cNvPr>
          <p:cNvSpPr/>
          <p:nvPr/>
        </p:nvSpPr>
        <p:spPr>
          <a:xfrm>
            <a:off x="1719943" y="2000250"/>
            <a:ext cx="137887" cy="438150"/>
          </a:xfrm>
          <a:prstGeom prst="rect">
            <a:avLst/>
          </a:prstGeom>
          <a:gradFill flip="none" rotWithShape="1">
            <a:gsLst>
              <a:gs pos="0">
                <a:srgbClr val="852B25">
                  <a:alpha val="50000"/>
                </a:srgbClr>
              </a:gs>
              <a:gs pos="100000">
                <a:srgbClr val="852B25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42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522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jf-openhuninn-2.1</vt:lpstr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. Dola</dc:creator>
  <cp:lastModifiedBy>. Dola</cp:lastModifiedBy>
  <cp:revision>3</cp:revision>
  <dcterms:created xsi:type="dcterms:W3CDTF">2026-06-18T15:52:35Z</dcterms:created>
  <dcterms:modified xsi:type="dcterms:W3CDTF">2026-06-26T16:36:26Z</dcterms:modified>
</cp:coreProperties>
</file>